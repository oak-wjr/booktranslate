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919" y="0"/>
            <a:ext cx="537416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8924"/>
            <a:ext cx="9144000" cy="36601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375" y="0"/>
            <a:ext cx="54292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375" y="0"/>
            <a:ext cx="54292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5566" y="0"/>
            <a:ext cx="345286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375" y="0"/>
            <a:ext cx="54292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34147"/>
            <a:ext cx="9144000" cy="33897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3620" y="0"/>
            <a:ext cx="455676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375" y="0"/>
            <a:ext cx="54292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09" y="0"/>
            <a:ext cx="891778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7351" y="0"/>
            <a:ext cx="508929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143" y="0"/>
            <a:ext cx="587371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375" y="0"/>
            <a:ext cx="54292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4427"/>
            <a:ext cx="9144000" cy="606914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5368" y="0"/>
            <a:ext cx="505326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375" y="0"/>
            <a:ext cx="54292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3837" y="0"/>
            <a:ext cx="333632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375" y="0"/>
            <a:ext cx="54292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195" y="0"/>
            <a:ext cx="516960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375" y="0"/>
            <a:ext cx="54292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3141"/>
            <a:ext cx="9144000" cy="515171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750" y="0"/>
            <a:ext cx="80645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Denslow's Three Bears</dc:title>
  <dc:subject/>
  <dc:creator/>
  <cp:keywords/>
  <dc:description/>
  <cp:lastModifiedBy/>
  <cp:revision>1</cp:revision>
  <dcterms:created xsi:type="dcterms:W3CDTF">2026-10-08T00:00:00Z</dcterms:created>
  <dcterms:modified xsi:type="dcterms:W3CDTF">2026-10-08T00:00:00Z</dcterms:modified>
  <cp:category/>
</cp:coreProperties>
</file>